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77" r:id="rId2"/>
    <p:sldId id="378" r:id="rId3"/>
    <p:sldId id="379" r:id="rId4"/>
    <p:sldId id="380" r:id="rId5"/>
    <p:sldId id="381" r:id="rId6"/>
    <p:sldId id="382" r:id="rId7"/>
    <p:sldId id="383" r:id="rId8"/>
    <p:sldId id="384" r:id="rId9"/>
    <p:sldId id="385" r:id="rId10"/>
    <p:sldId id="386" r:id="rId11"/>
    <p:sldId id="387" r:id="rId12"/>
    <p:sldId id="388" r:id="rId13"/>
    <p:sldId id="389" r:id="rId14"/>
    <p:sldId id="39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D4D197-2936-B810-5111-15744A941EAE}" v="5" dt="2026-03-02T12:34:21.8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54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therine Moloney" userId="S::catherine.moloney@setu.ie::6d4be0a5-bd76-48fd-9b50-8407fa75487d" providerId="AD" clId="Web-{3AEDDD1D-12F7-F078-BE2D-26572E2FC041}"/>
    <pc:docChg chg="modSld">
      <pc:chgData name="Catherine Moloney" userId="S::catherine.moloney@setu.ie::6d4be0a5-bd76-48fd-9b50-8407fa75487d" providerId="AD" clId="Web-{3AEDDD1D-12F7-F078-BE2D-26572E2FC041}" dt="2026-02-19T17:26:22.306" v="0" actId="1076"/>
      <pc:docMkLst>
        <pc:docMk/>
      </pc:docMkLst>
      <pc:sldChg chg="modSp">
        <pc:chgData name="Catherine Moloney" userId="S::catherine.moloney@setu.ie::6d4be0a5-bd76-48fd-9b50-8407fa75487d" providerId="AD" clId="Web-{3AEDDD1D-12F7-F078-BE2D-26572E2FC041}" dt="2026-02-19T17:26:22.306" v="0" actId="1076"/>
        <pc:sldMkLst>
          <pc:docMk/>
          <pc:sldMk cId="0" sldId="389"/>
        </pc:sldMkLst>
        <pc:picChg chg="mod">
          <ac:chgData name="Catherine Moloney" userId="S::catherine.moloney@setu.ie::6d4be0a5-bd76-48fd-9b50-8407fa75487d" providerId="AD" clId="Web-{3AEDDD1D-12F7-F078-BE2D-26572E2FC041}" dt="2026-02-19T17:26:22.306" v="0" actId="1076"/>
          <ac:picMkLst>
            <pc:docMk/>
            <pc:sldMk cId="0" sldId="389"/>
            <ac:picMk id="17413" creationId="{6B11853B-EDBF-4E2D-ABFC-C5132783FD2F}"/>
          </ac:picMkLst>
        </pc:picChg>
      </pc:sldChg>
    </pc:docChg>
  </pc:docChgLst>
  <pc:docChgLst>
    <pc:chgData name="Catherine Moloney" userId="S::catherine.moloney@setu.ie::6d4be0a5-bd76-48fd-9b50-8407fa75487d" providerId="AD" clId="Web-{6DD4D197-2936-B810-5111-15744A941EAE}"/>
    <pc:docChg chg="modSld">
      <pc:chgData name="Catherine Moloney" userId="S::catherine.moloney@setu.ie::6d4be0a5-bd76-48fd-9b50-8407fa75487d" providerId="AD" clId="Web-{6DD4D197-2936-B810-5111-15744A941EAE}" dt="2026-03-02T12:34:21.806" v="4" actId="20577"/>
      <pc:docMkLst>
        <pc:docMk/>
      </pc:docMkLst>
      <pc:sldChg chg="modSp">
        <pc:chgData name="Catherine Moloney" userId="S::catherine.moloney@setu.ie::6d4be0a5-bd76-48fd-9b50-8407fa75487d" providerId="AD" clId="Web-{6DD4D197-2936-B810-5111-15744A941EAE}" dt="2026-03-02T12:34:21.806" v="4" actId="20577"/>
        <pc:sldMkLst>
          <pc:docMk/>
          <pc:sldMk cId="0" sldId="379"/>
        </pc:sldMkLst>
        <pc:spChg chg="mod">
          <ac:chgData name="Catherine Moloney" userId="S::catherine.moloney@setu.ie::6d4be0a5-bd76-48fd-9b50-8407fa75487d" providerId="AD" clId="Web-{6DD4D197-2936-B810-5111-15744A941EAE}" dt="2026-03-02T12:34:21.806" v="4" actId="20577"/>
          <ac:spMkLst>
            <pc:docMk/>
            <pc:sldMk cId="0" sldId="379"/>
            <ac:spMk id="7171" creationId="{2DF405A2-C661-4E65-BA11-9CF0F2103F5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FBB63BE3-7A00-4288-93B7-5FA04E5BA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E" sz="1800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D3BC5615-01FA-48C2-A83D-EDA6778428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E" sz="1800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1" y="1524000"/>
            <a:ext cx="10164233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C4EB740-2755-45A8-8590-A5CB0E24D4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EF2775C-34AD-405B-A3A7-22BB1B7073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174809F-71D7-4269-923E-D05A3B36A7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5267EC-EA30-4289-BF0F-C8BC50A055B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4534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6A50576-B98F-42FF-AA62-3CC04435B9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F32C41E-0976-4C0C-9B58-3420F8D2F1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4D61ED2-6D78-47D9-BF4D-DD0DE070BC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ED6006-2CC4-4442-9B01-8241B0E033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3389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A72470-C8E5-4656-804F-8BE34A69CB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0DBE252-7460-4F28-8A44-8C6C2CF693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B39595E-5F83-4920-A936-F01C25D3F8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986A45-C646-4C01-93D4-247C48E509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3434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298A19-4A32-4965-8565-4EABDF72C7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0A3571-1BA3-4A4A-A37F-7387EF5651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F3EC11-2224-487C-BDF8-378D8AA4C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5B3091-CD41-4AA9-BA23-F0DA3FE6FB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4823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581D05B-17CA-462A-BB89-147C70D39A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BC59AB0-CC3E-41F9-9128-0899078D3F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F7362E0-FB9C-48C1-A075-F257B71F46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7B3BC5-1761-4BE9-ADC5-A992AE7FA1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2043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3335C37-EE44-45A6-8A50-C5DFB6BA24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56F5DFF-7F46-4319-89B9-D7A1ECC7BF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94643F8-3F4B-47BD-BC43-DA0468752D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62B68-EF4E-4CCB-9E00-C7D741775F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0065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346610F-30C8-4118-AD79-094C61EAD8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2222485-92EC-4BAE-AC42-0D8A303BBC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D9F543C-4792-4894-943A-67E5CF85D7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E7587E-7CE8-446B-912D-05EC85705A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1705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3653B3-9719-4408-9DFA-0768F89B60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E0B148-6706-40DE-8633-ED6CDC59BC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8EE2AE-96EF-44AA-9CDE-BC2DCD0C60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9E8B27-F98D-4AA8-8720-AFF2FBC32C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685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06230C-14F7-48C1-9457-2C3B397EE0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2CB0DE-6642-4835-9ACA-45E4EBB393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4BA642-B7BA-46D5-9E20-E75BF469DE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86E48-3A68-4B92-93DB-BCE7BF66D1D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5766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FEB26EA-05A5-4810-9BD6-484E98403A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64C5DD2-70A4-450A-B725-9454FB2834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23DE895-29D6-4B61-A417-9C4F3D9667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D0573A-A19A-42E7-A407-DA2CAA5D0D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2855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D1FD658-E86A-4395-BD18-456AD38895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0CF4463-7B5A-4380-9D60-5EA5B17362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3760574-B2B3-46D2-9425-39AF73650D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9603AA-4155-4FEE-A8FE-7B9442E6CD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67506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</p:spPr>
        <p:txBody>
          <a:bodyPr/>
          <a:lstStyle/>
          <a:p>
            <a:pPr lvl="0"/>
            <a:endParaRPr lang="en-IE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20BE171-5100-4E7E-9531-AB8312748E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E01AB7-5559-4031-A407-39D312FD06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8A24F-B2C1-4CFF-9458-0608994719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BA3859-F0DC-4E80-8A00-314A10179E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6474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ADE87CE-BA4F-491A-9D6E-2D447B327F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1762877-B877-429D-B13B-A8AA81F15B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A0E94260-ACBF-45C2-B0F9-60C0E72E148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j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6B819CD6-A0BC-4529-A238-EF66F961B5D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+mj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9DB144F7-0C1D-4B24-BDD2-A3248B121F5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24768D54-FC21-49A3-A4F0-6AA1762F14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Freeform 7">
            <a:extLst>
              <a:ext uri="{FF2B5EF4-FFF2-40B4-BE49-F238E27FC236}">
                <a16:creationId xmlns:a16="http://schemas.microsoft.com/office/drawing/2014/main" id="{AD996FE4-C864-41D4-AED0-1D36E9C49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E" sz="1800"/>
          </a:p>
        </p:txBody>
      </p:sp>
      <p:sp>
        <p:nvSpPr>
          <p:cNvPr id="1032" name="Line 8">
            <a:extLst>
              <a:ext uri="{FF2B5EF4-FFF2-40B4-BE49-F238E27FC236}">
                <a16:creationId xmlns:a16="http://schemas.microsoft.com/office/drawing/2014/main" id="{F09B7961-EC72-44BF-BF08-9E51B01140D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617220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E" sz="1800"/>
          </a:p>
        </p:txBody>
      </p:sp>
    </p:spTree>
    <p:extLst>
      <p:ext uri="{BB962C8B-B14F-4D97-AF65-F5344CB8AC3E}">
        <p14:creationId xmlns:p14="http://schemas.microsoft.com/office/powerpoint/2010/main" val="1948080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php/php_sessions.asp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moloneytst.candept.com/phpIntro/loginScreen.php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900D607-4CCD-4B64-98F0-964AFDE21B0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895600" y="1828800"/>
            <a:ext cx="6705600" cy="12192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PHP/MySQL - 7</a:t>
            </a:r>
            <a:br>
              <a:rPr lang="en-US" sz="4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br>
              <a:rPr lang="en-US" sz="4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br>
              <a:rPr lang="ga-IE" sz="4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endParaRPr lang="en-US" sz="4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F1A573B-1AD1-414C-B595-6933EF74F94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438400" y="3962400"/>
            <a:ext cx="7620000" cy="1752600"/>
          </a:xfrm>
        </p:spPr>
        <p:txBody>
          <a:bodyPr/>
          <a:lstStyle/>
          <a:p>
            <a:pPr algn="ctr" eaLnBrk="1" hangingPunct="1"/>
            <a:r>
              <a:rPr lang="en-IE" altLang="en-US" b="1"/>
              <a:t>Login and Change password using the password table</a:t>
            </a:r>
            <a:endParaRPr lang="en-US" altLang="en-US" b="1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F7EE6B5B-73E8-47B3-9416-480DD94E7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332661D8-8D14-44B0-8AB1-9327ECFDDA05}" type="slidenum">
              <a:rPr lang="en-US" altLang="en-US" sz="1200">
                <a:solidFill>
                  <a:srgbClr val="000000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1</a:t>
            </a:fld>
            <a:endParaRPr lang="en-US" altLang="en-US" sz="12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15AE69B8-0861-46A4-88E2-FCE80A2961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IE" altLang="en-US" b="1"/>
          </a:p>
        </p:txBody>
      </p:sp>
      <p:sp>
        <p:nvSpPr>
          <p:cNvPr id="6147" name="Content Placeholder 6">
            <a:extLst>
              <a:ext uri="{FF2B5EF4-FFF2-40B4-BE49-F238E27FC236}">
                <a16:creationId xmlns:a16="http://schemas.microsoft.com/office/drawing/2014/main" id="{81702FBF-8473-40B4-9C3C-91BD80EEC5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IE" altLang="en-US"/>
              <a:t>We will</a:t>
            </a:r>
          </a:p>
          <a:p>
            <a:pPr>
              <a:buFont typeface="Wingdings" panose="05000000000000000000" pitchFamily="2" charset="2"/>
              <a:buNone/>
            </a:pPr>
            <a:endParaRPr lang="en-IE" altLang="en-US"/>
          </a:p>
          <a:p>
            <a:r>
              <a:rPr lang="en-IE" altLang="en-US"/>
              <a:t>Revise Session Variables</a:t>
            </a:r>
          </a:p>
          <a:p>
            <a:r>
              <a:rPr lang="en-IE" altLang="en-US"/>
              <a:t>Login</a:t>
            </a:r>
          </a:p>
          <a:p>
            <a:r>
              <a:rPr lang="en-IE" altLang="en-US"/>
              <a:t>Change Password of the user that is logged in</a:t>
            </a:r>
          </a:p>
        </p:txBody>
      </p:sp>
      <p:sp>
        <p:nvSpPr>
          <p:cNvPr id="6148" name="Slide Number Placeholder 5">
            <a:extLst>
              <a:ext uri="{FF2B5EF4-FFF2-40B4-BE49-F238E27FC236}">
                <a16:creationId xmlns:a16="http://schemas.microsoft.com/office/drawing/2014/main" id="{8B136F5F-26B9-4DA8-B9A0-6F138D116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8583BCE6-ADE0-4560-BC74-C24401E44DF6}" type="slidenum">
              <a:rPr lang="en-US" altLang="en-US" sz="1200">
                <a:solidFill>
                  <a:srgbClr val="000000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2</a:t>
            </a:fld>
            <a:endParaRPr lang="en-US" altLang="en-US" sz="12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BBAFA22B-EE98-4FE3-AB07-068FE5A93E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a PHP Session?</a:t>
            </a:r>
            <a:br>
              <a:rPr lang="en-US" altLang="en-US"/>
            </a:br>
            <a:endParaRPr lang="en-IE" altLang="en-US"/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2DF405A2-C661-4E65-BA11-9CF0F2103F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When you work with an application, you open it, make some changes, and then you close it. </a:t>
            </a:r>
          </a:p>
          <a:p>
            <a:r>
              <a:rPr lang="en-US" altLang="en-US" dirty="0"/>
              <a:t>On the internet there is one problem: the web server does not know who you are or what you do, </a:t>
            </a:r>
            <a:r>
              <a:rPr lang="en-US" altLang="en-US" b="1" dirty="0"/>
              <a:t>because the HTTP address doesn't maintain state.</a:t>
            </a:r>
            <a:br>
              <a:rPr lang="en-US" altLang="en-US" dirty="0"/>
            </a:br>
            <a:endParaRPr lang="en-IE" altLang="en-US"/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FD806B03-D9AE-4C62-BCA4-C5DAF0218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5C3C295-4751-4D04-9C3C-DC21EDF98C22}" type="slidenum">
              <a:rPr lang="en-US" altLang="en-US">
                <a:solidFill>
                  <a:srgbClr val="000000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en-US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43F2B6C2-252A-41DC-8063-99D16B3BDE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/>
              <a:t>PHP Sessions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00FC995D-0739-41EF-AA69-3F3AC09D61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An alternative way to make data accessible across the various pages of an entire website is to use a </a:t>
            </a:r>
            <a:r>
              <a:rPr lang="en-US" altLang="en-US" b="1"/>
              <a:t>PHP Session</a:t>
            </a:r>
            <a:r>
              <a:rPr lang="en-US" altLang="en-US"/>
              <a:t>. </a:t>
            </a:r>
          </a:p>
          <a:p>
            <a:r>
              <a:rPr lang="en-US" altLang="en-US"/>
              <a:t>A </a:t>
            </a:r>
            <a:r>
              <a:rPr lang="en-US" altLang="en-US" b="1"/>
              <a:t>session</a:t>
            </a:r>
            <a:r>
              <a:rPr lang="en-US" altLang="en-US"/>
              <a:t> creates a file in a temporary directory on the server where registered </a:t>
            </a:r>
            <a:r>
              <a:rPr lang="en-US" altLang="en-US" b="1"/>
              <a:t>session variables</a:t>
            </a:r>
            <a:r>
              <a:rPr lang="en-US" altLang="en-US"/>
              <a:t> and their </a:t>
            </a:r>
            <a:r>
              <a:rPr lang="en-US" altLang="en-US" b="1"/>
              <a:t>values</a:t>
            </a:r>
            <a:r>
              <a:rPr lang="en-US" altLang="en-US"/>
              <a:t> are stored.</a:t>
            </a:r>
            <a:endParaRPr lang="en-IE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E9C0E335-E7B1-4DD0-BD54-7AD3B355C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6359DAD-D9B3-4EFD-8DC4-2D199A731704}" type="slidenum">
              <a:rPr lang="en-US" altLang="en-US">
                <a:solidFill>
                  <a:srgbClr val="000000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en-US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94DC8240-C98A-4838-B6C2-6647B93BC9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/>
              <a:t>PHP Sessions in W3Schools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89B51BD3-09D3-4C34-BC0E-521BC22119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E" altLang="en-US">
                <a:hlinkClick r:id="rId2"/>
              </a:rPr>
              <a:t>PHP Sessions</a:t>
            </a:r>
            <a:endParaRPr lang="en-IE" altLang="en-US"/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19968BD4-0A8A-47A2-B735-92476FD70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08547E3-1713-4833-BBAD-C623DBB22514}" type="slidenum">
              <a:rPr lang="en-US" altLang="en-US">
                <a:solidFill>
                  <a:srgbClr val="000000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en-US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8488E170-34B6-4003-A878-28C2D49DE5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/>
              <a:t>Login and Change Password</a:t>
            </a:r>
            <a:br>
              <a:rPr lang="en-IE" altLang="en-US"/>
            </a:br>
            <a:r>
              <a:rPr lang="en-IE" altLang="en-US">
                <a:hlinkClick r:id="rId2"/>
              </a:rPr>
              <a:t>Try the login screen</a:t>
            </a:r>
            <a:endParaRPr lang="en-IE" altLang="en-US"/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9FE76EDE-DDF1-4455-908D-64FD4FD858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E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CC2AB17B-B0CA-4DFB-B72D-41E4AB15D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A6188E7-2AB1-4697-AE23-5F2616760F85}" type="slidenum">
              <a:rPr lang="en-US" altLang="en-US">
                <a:solidFill>
                  <a:srgbClr val="000000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en-US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33B51450-0F1A-4538-B370-EB3CA788C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/>
              <a:t>loginScreen.php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553A58D2-21E8-4BC4-9B57-54521B50E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DEF61B80-CD94-44C7-B737-6457D676B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359B358-FCD3-4BED-9AA4-5B33BAD007F5}" type="slidenum">
              <a:rPr lang="en-US" altLang="en-US">
                <a:solidFill>
                  <a:srgbClr val="000000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en-US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11269" name="Picture 4">
            <a:extLst>
              <a:ext uri="{FF2B5EF4-FFF2-40B4-BE49-F238E27FC236}">
                <a16:creationId xmlns:a16="http://schemas.microsoft.com/office/drawing/2014/main" id="{12B6EFA5-EEC2-4363-B1E3-A5F67C76F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962" y="1462881"/>
            <a:ext cx="8474075" cy="480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C9C95F8C-A7C5-4123-BC3B-4775385AB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/>
              <a:t>loginScreen.php (continued)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7F096EA2-7842-4107-B505-229D90392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DD700E38-4B21-46B5-954D-746DFE8A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6E83016-8A18-4C6B-90C3-59B1FCC0320C}" type="slidenum">
              <a:rPr lang="en-US" altLang="en-US">
                <a:solidFill>
                  <a:srgbClr val="000000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en-US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12293" name="Picture 4">
            <a:extLst>
              <a:ext uri="{FF2B5EF4-FFF2-40B4-BE49-F238E27FC236}">
                <a16:creationId xmlns:a16="http://schemas.microsoft.com/office/drawing/2014/main" id="{EBE8800A-9420-42F7-A172-CE85FCC5BF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4" y="1438275"/>
            <a:ext cx="8181975" cy="398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D4E2B685-D63B-41A7-8366-711AD9D22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/>
              <a:t>loginScreen.php (continued)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076948A7-ABDD-45FD-9F0F-F608E175B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 altLang="en-US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2C819B9E-500E-4842-A3E1-670F350C0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4F71755-9DDA-432A-AE7D-D5C2A4BC9AFD}" type="slidenum">
              <a:rPr lang="en-US" altLang="en-US">
                <a:solidFill>
                  <a:srgbClr val="000000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en-US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13317" name="Picture 4">
            <a:extLst>
              <a:ext uri="{FF2B5EF4-FFF2-40B4-BE49-F238E27FC236}">
                <a16:creationId xmlns:a16="http://schemas.microsoft.com/office/drawing/2014/main" id="{6857103E-C2E7-4B72-BB65-BCB0FDFC48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926" y="1600200"/>
            <a:ext cx="7770813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18802490-BB83-425D-83A8-5840E16264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/>
              <a:t>changePass.php</a:t>
            </a:r>
          </a:p>
        </p:txBody>
      </p:sp>
      <p:sp>
        <p:nvSpPr>
          <p:cNvPr id="14339" name="Slide Number Placeholder 3">
            <a:extLst>
              <a:ext uri="{FF2B5EF4-FFF2-40B4-BE49-F238E27FC236}">
                <a16:creationId xmlns:a16="http://schemas.microsoft.com/office/drawing/2014/main" id="{00F9EEBF-D91C-4699-9873-B2A1EB281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58FB1FC-A04A-4450-B82E-8A5A817A9A8E}" type="slidenum">
              <a:rPr lang="en-US" altLang="en-US">
                <a:solidFill>
                  <a:srgbClr val="000000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en-US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4340" name="Content Placeholder 1">
            <a:extLst>
              <a:ext uri="{FF2B5EF4-FFF2-40B4-BE49-F238E27FC236}">
                <a16:creationId xmlns:a16="http://schemas.microsoft.com/office/drawing/2014/main" id="{B6C12CAF-26C9-4899-9214-48E2E5F2EF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IE" altLang="en-US"/>
          </a:p>
        </p:txBody>
      </p:sp>
      <p:pic>
        <p:nvPicPr>
          <p:cNvPr id="14341" name="Picture 2">
            <a:extLst>
              <a:ext uri="{FF2B5EF4-FFF2-40B4-BE49-F238E27FC236}">
                <a16:creationId xmlns:a16="http://schemas.microsoft.com/office/drawing/2014/main" id="{09A6698E-E618-4030-B84D-7B986133AB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014414"/>
            <a:ext cx="8248650" cy="517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AAB434E5-252E-4D31-ABD3-0EFDB2B26E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/>
              <a:t>changePass.php (continued)</a:t>
            </a:r>
          </a:p>
        </p:txBody>
      </p:sp>
      <p:sp>
        <p:nvSpPr>
          <p:cNvPr id="15363" name="Slide Number Placeholder 3">
            <a:extLst>
              <a:ext uri="{FF2B5EF4-FFF2-40B4-BE49-F238E27FC236}">
                <a16:creationId xmlns:a16="http://schemas.microsoft.com/office/drawing/2014/main" id="{8C677F28-D4CF-4BA4-ADAF-4F91A114C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6D1BD29-9187-4286-9EAA-97176B927810}" type="slidenum">
              <a:rPr lang="en-US" altLang="en-US">
                <a:solidFill>
                  <a:srgbClr val="000000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en-US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5364" name="Content Placeholder 1">
            <a:extLst>
              <a:ext uri="{FF2B5EF4-FFF2-40B4-BE49-F238E27FC236}">
                <a16:creationId xmlns:a16="http://schemas.microsoft.com/office/drawing/2014/main" id="{4D40C687-EDB2-470D-AE44-11E7B67A6A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IE" altLang="en-US"/>
          </a:p>
        </p:txBody>
      </p:sp>
      <p:pic>
        <p:nvPicPr>
          <p:cNvPr id="15365" name="Picture 2">
            <a:extLst>
              <a:ext uri="{FF2B5EF4-FFF2-40B4-BE49-F238E27FC236}">
                <a16:creationId xmlns:a16="http://schemas.microsoft.com/office/drawing/2014/main" id="{105C1ECB-60E3-439E-A1CF-DA33599672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76401"/>
            <a:ext cx="9105900" cy="410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7D6E97F6-4B8D-466C-8A26-8724BE4E68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/>
              <a:t>changePass.php (continued)</a:t>
            </a: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395C947C-30F5-491B-AA33-3B507EE8E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CB08AA2-0044-42A0-ADE1-C8E1C8172B59}" type="slidenum">
              <a:rPr lang="en-US" altLang="en-US">
                <a:solidFill>
                  <a:srgbClr val="000000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en-US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6388" name="Content Placeholder 1">
            <a:extLst>
              <a:ext uri="{FF2B5EF4-FFF2-40B4-BE49-F238E27FC236}">
                <a16:creationId xmlns:a16="http://schemas.microsoft.com/office/drawing/2014/main" id="{704979FC-A848-4692-8622-83B295656C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IE" altLang="en-US"/>
          </a:p>
        </p:txBody>
      </p:sp>
      <p:pic>
        <p:nvPicPr>
          <p:cNvPr id="16389" name="Picture 3">
            <a:extLst>
              <a:ext uri="{FF2B5EF4-FFF2-40B4-BE49-F238E27FC236}">
                <a16:creationId xmlns:a16="http://schemas.microsoft.com/office/drawing/2014/main" id="{9E14FCE3-B15A-4178-9672-659C614E9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1530350"/>
            <a:ext cx="7458075" cy="365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DFE8E10C-0230-4B7A-AC63-884EC634DD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/>
              <a:t>changePass.php (continued)</a:t>
            </a:r>
          </a:p>
        </p:txBody>
      </p:sp>
      <p:sp>
        <p:nvSpPr>
          <p:cNvPr id="17411" name="Slide Number Placeholder 3">
            <a:extLst>
              <a:ext uri="{FF2B5EF4-FFF2-40B4-BE49-F238E27FC236}">
                <a16:creationId xmlns:a16="http://schemas.microsoft.com/office/drawing/2014/main" id="{EDB03769-4358-4B94-9DC2-BE9545017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9440B19-C416-4F2A-A4A1-8D553D6FC31D}" type="slidenum">
              <a:rPr lang="en-US" altLang="en-US">
                <a:solidFill>
                  <a:srgbClr val="000000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en-US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7412" name="Content Placeholder 1">
            <a:extLst>
              <a:ext uri="{FF2B5EF4-FFF2-40B4-BE49-F238E27FC236}">
                <a16:creationId xmlns:a16="http://schemas.microsoft.com/office/drawing/2014/main" id="{B31AF253-DEB7-4A5E-B7F9-9D9F4CC487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IE" altLang="en-US"/>
          </a:p>
        </p:txBody>
      </p:sp>
      <p:pic>
        <p:nvPicPr>
          <p:cNvPr id="17413" name="Picture 3">
            <a:extLst>
              <a:ext uri="{FF2B5EF4-FFF2-40B4-BE49-F238E27FC236}">
                <a16:creationId xmlns:a16="http://schemas.microsoft.com/office/drawing/2014/main" id="{6B11853B-EDBF-4E2D-ABFC-C5132783FD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557068"/>
            <a:ext cx="8701088" cy="418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673F68F6-28C0-4AEE-A47E-820BDF92BF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Current values on my table!</a:t>
            </a:r>
            <a:br>
              <a:rPr lang="en-US" altLang="en-US"/>
            </a:br>
            <a:r>
              <a:rPr lang="en-US" altLang="en-US"/>
              <a:t>If you have a problem, email me</a:t>
            </a:r>
            <a:br>
              <a:rPr lang="en-US" altLang="en-US"/>
            </a:br>
            <a:endParaRPr lang="en-IE" altLang="en-US"/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8737B8EE-274D-46D4-A61B-FB80B84CBC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2133601"/>
            <a:ext cx="8229600" cy="3997325"/>
          </a:xfrm>
        </p:spPr>
        <p:txBody>
          <a:bodyPr/>
          <a:lstStyle/>
          <a:p>
            <a:r>
              <a:rPr lang="en-US" altLang="en-US" sz="3200" b="1" u="sng" dirty="0" err="1"/>
              <a:t>loginName</a:t>
            </a:r>
            <a:r>
              <a:rPr lang="en-US" altLang="en-US" sz="3200" b="1" u="sng" dirty="0"/>
              <a:t>	</a:t>
            </a:r>
            <a:r>
              <a:rPr lang="en-US" altLang="en-US" sz="3200" b="1" u="sng" dirty="0" err="1"/>
              <a:t>PassWord</a:t>
            </a:r>
            <a:endParaRPr lang="en-US" altLang="en-US" sz="3200" b="1" u="sng" dirty="0"/>
          </a:p>
          <a:p>
            <a:r>
              <a:rPr lang="en-US" altLang="en-US" dirty="0"/>
              <a:t>Farrell		Moloney</a:t>
            </a:r>
          </a:p>
          <a:p>
            <a:r>
              <a:rPr lang="en-US" altLang="en-US" dirty="0"/>
              <a:t>Hayes		</a:t>
            </a:r>
            <a:r>
              <a:rPr lang="en-US" altLang="en-US" dirty="0" err="1"/>
              <a:t>mARY</a:t>
            </a:r>
            <a:endParaRPr lang="en-US" altLang="en-US" dirty="0"/>
          </a:p>
          <a:p>
            <a:r>
              <a:rPr lang="en-US" altLang="en-US" dirty="0"/>
              <a:t>Moloney		Catherine</a:t>
            </a:r>
          </a:p>
          <a:p>
            <a:r>
              <a:rPr lang="en-US" altLang="en-US" dirty="0"/>
              <a:t>Smith		Maggie</a:t>
            </a:r>
            <a:endParaRPr lang="en-IE" altLang="en-US" dirty="0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1B0ACA51-214E-43F1-B475-222D87B18A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6829524-99B0-476A-97EE-5B07E4E28C7E}" type="slidenum">
              <a:rPr lang="en-US" altLang="en-US">
                <a:solidFill>
                  <a:srgbClr val="000000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en-US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236</Words>
  <Application>Microsoft Office PowerPoint</Application>
  <PresentationFormat>Widescreen</PresentationFormat>
  <Paragraphs>43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Garamond</vt:lpstr>
      <vt:lpstr>Wingdings</vt:lpstr>
      <vt:lpstr>Edge</vt:lpstr>
      <vt:lpstr>PHP/MySQL - 7   </vt:lpstr>
      <vt:lpstr>PowerPoint Presentation</vt:lpstr>
      <vt:lpstr>What is a PHP Session? </vt:lpstr>
      <vt:lpstr>PHP Sessions</vt:lpstr>
      <vt:lpstr>PHP Sessions in W3Schools</vt:lpstr>
      <vt:lpstr>Login and Change Password Try the login screen</vt:lpstr>
      <vt:lpstr>loginScreen.php</vt:lpstr>
      <vt:lpstr>loginScreen.php (continued)</vt:lpstr>
      <vt:lpstr>loginScreen.php (continued)</vt:lpstr>
      <vt:lpstr>changePass.php</vt:lpstr>
      <vt:lpstr>changePass.php (continued)</vt:lpstr>
      <vt:lpstr>changePass.php (continued)</vt:lpstr>
      <vt:lpstr>changePass.php (continued)</vt:lpstr>
      <vt:lpstr>Current values on my table! If you have a problem, email me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Catherine Moloney</dc:creator>
  <cp:lastModifiedBy>(Student  C00306572) Callum Matthews</cp:lastModifiedBy>
  <cp:revision>6</cp:revision>
  <dcterms:created xsi:type="dcterms:W3CDTF">2023-03-06T10:16:23Z</dcterms:created>
  <dcterms:modified xsi:type="dcterms:W3CDTF">2026-03-12T12:24:16Z</dcterms:modified>
</cp:coreProperties>
</file>